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9" r:id="rId4"/>
    <p:sldId id="261" r:id="rId5"/>
    <p:sldId id="262" r:id="rId6"/>
    <p:sldId id="264" r:id="rId7"/>
    <p:sldId id="266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3" d="100"/>
          <a:sy n="113" d="100"/>
        </p:scale>
        <p:origin x="5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3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5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5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8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9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34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8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83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91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45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31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3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246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002" y="1936312"/>
            <a:ext cx="6317673" cy="1143000"/>
          </a:xfrm>
        </p:spPr>
        <p:txBody>
          <a:bodyPr>
            <a:norm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3000" dirty="0"/>
              <a:t>RCCE Update – FMS Health Ministries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6967" y="3220722"/>
            <a:ext cx="5950065" cy="279957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 sz="2200">
                <a:solidFill>
                  <a:srgbClr val="F0F0F0"/>
                </a:solidFill>
              </a:defRPr>
            </a:pPr>
            <a:r>
              <a:rPr lang="en-US" b="1" dirty="0"/>
              <a:t>Meeting Name: RCCE </a:t>
            </a:r>
            <a:r>
              <a:rPr b="1" dirty="0"/>
              <a:t>Annual Review Meeting | 19–20 Nov 2025</a:t>
            </a:r>
            <a:endParaRPr dirty="0"/>
          </a:p>
          <a:p>
            <a:pPr marL="0" indent="0">
              <a:buNone/>
              <a:defRPr sz="2200">
                <a:solidFill>
                  <a:srgbClr val="F0F0F0"/>
                </a:solidFill>
              </a:defRPr>
            </a:pPr>
            <a:r>
              <a:rPr dirty="0"/>
              <a:t>Presentation Outline: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1. Presentation Objectives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2. RCCE Implementation Overview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3. Emergency Context &amp; Key Risks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4. Data &amp; Performance Review (MEL + SBC)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5. Health Promotion Achievements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6. Recommendations &amp; Next Steps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334" y="84991"/>
            <a:ext cx="2168700" cy="183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5141566" y="1740716"/>
            <a:ext cx="1953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Insert FMS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2382" y="1679161"/>
            <a:ext cx="281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MINISTRY OF HEALTH AND HUMAN SERVICES </a:t>
            </a:r>
            <a:br>
              <a:rPr lang="en-US" sz="1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en-US" sz="1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FEDERAL GOVERNMENT OF SOMALIA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1BF748-4FF1-4109-9609-CEB65DB85104}"/>
              </a:ext>
            </a:extLst>
          </p:cNvPr>
          <p:cNvSpPr/>
          <p:nvPr/>
        </p:nvSpPr>
        <p:spPr>
          <a:xfrm>
            <a:off x="5471467" y="564732"/>
            <a:ext cx="1293706" cy="873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09228"/>
            <a:ext cx="7772400" cy="1456267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Presentation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872647"/>
            <a:ext cx="7239000" cy="3277539"/>
          </a:xfrm>
        </p:spPr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Review 2025 RCCE activities and outcomes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Highlight key health promotion achievements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Identify gaps, challenges, and lessons learned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Strengthen coordination among stakeholders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Set priorities for 2026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Emergency Context &amp; 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12053"/>
            <a:ext cx="7633855" cy="4857538"/>
          </a:xfrm>
        </p:spPr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Overview of current and emerging risks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200" dirty="0"/>
              <a:t>State Priorities for Health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1" y="1609416"/>
            <a:ext cx="7647709" cy="4846320"/>
          </a:xfrm>
        </p:spPr>
        <p:txBody>
          <a:bodyPr>
            <a:norm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Priority Activities: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Community engagement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Capacity building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Policy advocacy</a:t>
            </a:r>
          </a:p>
          <a:p>
            <a:pPr marL="0" indent="0">
              <a:buNone/>
              <a:defRPr sz="22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200" dirty="0"/>
              <a:t>Health Promotion Achievements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7" y="1609416"/>
            <a:ext cx="7633855" cy="4846320"/>
          </a:xfrm>
        </p:spPr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Key </a:t>
            </a:r>
            <a:r>
              <a:rPr lang="en-US" dirty="0"/>
              <a:t>activities implemented in 2025 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1E19-3C7A-4103-A46E-E23ED8DC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US" dirty="0"/>
              <a:t>Cont.……….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901E-D34C-4FCC-8620-FADE7280D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activities implemented in 2025</a:t>
            </a:r>
          </a:p>
        </p:txBody>
      </p:sp>
    </p:spTree>
    <p:extLst>
      <p:ext uri="{BB962C8B-B14F-4D97-AF65-F5344CB8AC3E}">
        <p14:creationId xmlns:p14="http://schemas.microsoft.com/office/powerpoint/2010/main" val="335598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7E7A-2738-4D1C-BA40-1FB01FC3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4288-AEFC-4426-A82A-E90915102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1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9690-F517-4E9E-B952-6E2F309C9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Recommendations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274F-F853-4A3B-BC49-39FEDB27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648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52</TotalTime>
  <Words>162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RCCE Update – FMS Health Ministries</vt:lpstr>
      <vt:lpstr>Presentation Objectives</vt:lpstr>
      <vt:lpstr>Emergency Context &amp; Key Risks</vt:lpstr>
      <vt:lpstr>State Priorities for Health Promotion</vt:lpstr>
      <vt:lpstr>Health Promotion Achievements (2025)</vt:lpstr>
      <vt:lpstr>Cont.………. </vt:lpstr>
      <vt:lpstr>Plan for 2026</vt:lpstr>
      <vt:lpstr>Challenges and Recommendations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RCCE Update – FMS Health Ministries</dc:title>
  <dc:subject/>
  <dc:creator>Almaas Jilibay</dc:creator>
  <cp:keywords/>
  <dc:description>generated using python-pptx</dc:description>
  <cp:lastModifiedBy>Almaas Jilibay</cp:lastModifiedBy>
  <cp:revision>10</cp:revision>
  <dcterms:created xsi:type="dcterms:W3CDTF">2013-01-27T09:14:16Z</dcterms:created>
  <dcterms:modified xsi:type="dcterms:W3CDTF">2025-11-16T13:26:57Z</dcterms:modified>
  <cp:category/>
</cp:coreProperties>
</file>